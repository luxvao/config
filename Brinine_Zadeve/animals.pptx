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hyperlink" Target="https://www.facebook.com/thepetcollective/videos/cat-hilariously-jumps-into-fish-tank/841598913699493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E3654-D9E3-D14F-2023-385A3E6DE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3813" y="2046914"/>
            <a:ext cx="7944374" cy="1839286"/>
          </a:xfrm>
        </p:spPr>
        <p:txBody>
          <a:bodyPr>
            <a:normAutofit/>
          </a:bodyPr>
          <a:lstStyle/>
          <a:p>
            <a:r>
              <a:rPr lang="sl-SI" dirty="0"/>
              <a:t>animals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F936CD-9F79-6684-CF7B-9F150B3A6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4977" y="4146259"/>
            <a:ext cx="7502045" cy="1371599"/>
          </a:xfrm>
        </p:spPr>
        <p:txBody>
          <a:bodyPr/>
          <a:lstStyle/>
          <a:p>
            <a:r>
              <a:rPr lang="sl-SI" dirty="0"/>
              <a:t>Brina grofelnik 6.b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365BD8-ED00-5DF2-F2D6-77D9FFFC5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84" y="2046914"/>
            <a:ext cx="2305372" cy="1638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B8A3C-3AD4-2CEC-7A87-6E9EAF30E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746" y="2218388"/>
            <a:ext cx="2553056" cy="1467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DD122E-7A07-D8D1-9584-2E587CF46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746" y="770386"/>
            <a:ext cx="2553056" cy="14480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DE0DB8-82EB-9085-F3D7-C81349701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358" y="3685443"/>
            <a:ext cx="2190897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13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7089C-4451-75B4-EE1E-E41778D9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House cat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46F9C-C3C2-4336-5805-AB984925BB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Short fur 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Long tail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Small teeth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Brown, black, white, orange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Fast and can climb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Do not like wather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22619-D431-A6BB-4036-4548D791233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Prey or the predator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Fox, owl, dog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Mice, rats, birds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Drink water, milk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Long claws</a:t>
            </a:r>
          </a:p>
          <a:p>
            <a:endParaRPr lang="sl-S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5E58E1-C6BE-B910-7139-890D86D85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530" y="466119"/>
            <a:ext cx="2438740" cy="1552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57831D-C3EA-3D72-7915-11FF18D91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491" y="3588545"/>
            <a:ext cx="1752845" cy="1543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03C148-CFCE-A957-AD62-8AFBA9B9D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202" y="659262"/>
            <a:ext cx="1200318" cy="15146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15D7E1-C7BF-882B-8B60-69F5B0AE4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920" y="1788115"/>
            <a:ext cx="892432" cy="10055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0BE96D-4507-BB3B-08F3-27F3C9F2C8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434" y="5335399"/>
            <a:ext cx="1674700" cy="10570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CFCDA1-DDE4-601F-FBC0-4027412979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9340" y="2508308"/>
            <a:ext cx="1820400" cy="10802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34425F-2F66-C6EA-DE8E-1D46003984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4900" y="5131810"/>
            <a:ext cx="1674700" cy="10955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05190DF-A5A7-1A58-131B-1B8D68F9DB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0351" y="5494787"/>
            <a:ext cx="1421083" cy="113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403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7089C-4451-75B4-EE1E-E41778D9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Fish moli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46F9C-C3C2-4336-5805-AB984925BB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Small 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multi-colors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Tropical water, aquarium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Fish food, bread crumbs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Cats, birsd, large fishes</a:t>
            </a:r>
          </a:p>
          <a:p>
            <a:endParaRPr lang="sl-S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22619-D431-A6BB-4036-4548D791233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Short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Two fins, tail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Aquarium fish at home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Timid fish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AB283-E6F1-4A24-D79A-0715BF0F1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519" y="823838"/>
            <a:ext cx="2705478" cy="1467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98D573-40A4-AEDB-D7FC-4E0A65341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981" y="909575"/>
            <a:ext cx="2476846" cy="13813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1BF7D0-1427-8D62-D127-4F87CD696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626" y="4079145"/>
            <a:ext cx="1943371" cy="15908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FD5329-1D58-F32A-317A-AFFBDFFE3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981" y="4955026"/>
            <a:ext cx="2476846" cy="14300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41DCD5-A96A-8620-23DF-FC7DBFA1B3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827" y="4955026"/>
            <a:ext cx="2838846" cy="143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383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7089C-4451-75B4-EE1E-E41778D9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House cat - Fish moli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46F9C-C3C2-4336-5805-AB984925BB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Different colors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Cat bigger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Fur – scales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Land – water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Cat – everywhere 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Moli – tropical water</a:t>
            </a:r>
          </a:p>
          <a:p>
            <a:endParaRPr lang="sl-S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22619-D431-A6BB-4036-4548D791233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My moli at home</a:t>
            </a:r>
          </a:p>
          <a:p>
            <a:r>
              <a:rPr lang="sl-SI" dirty="0">
                <a:latin typeface="Arial" panose="020B0604020202020204" pitchFamily="34" charset="0"/>
                <a:cs typeface="Arial" panose="020B0604020202020204" pitchFamily="34" charset="0"/>
              </a:rPr>
              <a:t>My cat leni at home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A2EE88-E553-39DD-B687-3E3E2A613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396" y="3576744"/>
            <a:ext cx="2808327" cy="200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65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7089C-4451-75B4-EE1E-E41778D99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702965"/>
            <a:ext cx="10364451" cy="4379053"/>
          </a:xfrm>
        </p:spPr>
        <p:txBody>
          <a:bodyPr>
            <a:normAutofit fontScale="90000"/>
          </a:bodyPr>
          <a:lstStyle/>
          <a:p>
            <a:r>
              <a:rPr lang="sl-SI" dirty="0"/>
              <a:t>Thank you for listening</a:t>
            </a:r>
            <a:br>
              <a:rPr lang="sl-SI" dirty="0"/>
            </a:br>
            <a:br>
              <a:rPr lang="sl-SI" dirty="0"/>
            </a:br>
            <a:r>
              <a:rPr lang="sl-SI" dirty="0"/>
              <a:t>bye, bye</a:t>
            </a:r>
            <a:br>
              <a:rPr lang="sl-SI" dirty="0"/>
            </a:br>
            <a:br>
              <a:rPr lang="sl-SI" dirty="0"/>
            </a:br>
            <a:br>
              <a:rPr lang="sl-SI" dirty="0"/>
            </a:br>
            <a:br>
              <a:rPr lang="sl-SI" dirty="0"/>
            </a:br>
            <a:br>
              <a:rPr lang="sl-SI" dirty="0"/>
            </a:br>
            <a:br>
              <a:rPr lang="sl-SI" dirty="0"/>
            </a:br>
            <a:br>
              <a:rPr lang="sl-SI" dirty="0"/>
            </a:br>
            <a:br>
              <a:rPr lang="sl-SI" dirty="0"/>
            </a:br>
            <a:br>
              <a:rPr lang="sl-SI" dirty="0"/>
            </a:br>
            <a:br>
              <a:rPr lang="sl-SI" dirty="0"/>
            </a:br>
            <a:r>
              <a:rPr lang="sl-SI" sz="900" dirty="0">
                <a:hlinkClick r:id="rId2"/>
              </a:rPr>
              <a:t>https://www.facebook.com/thepetcollective/videos/cat-hilariously-jumps-into-fish-tank/841598913699493/</a:t>
            </a:r>
            <a:endParaRPr lang="sl-SI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A5DB23-201B-83D3-303A-B125205D9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74" y="2952925"/>
            <a:ext cx="4322817" cy="33481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D64476-EEB4-68E4-48C2-E9831235A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591" y="3807656"/>
            <a:ext cx="2957617" cy="2493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BEE1E8-75E8-F7D4-798F-8D14C4021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4208" y="2951491"/>
            <a:ext cx="2216530" cy="33495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EDA1A0-FF8B-D24F-9C59-325EC02DFF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775" y="1208015"/>
            <a:ext cx="2504336" cy="17434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6F49F4-8FD5-2AA3-7142-94A4FD300B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4208" y="1577130"/>
            <a:ext cx="3616476" cy="137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00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2886</TotalTime>
  <Words>145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Droplet</vt:lpstr>
      <vt:lpstr>animals</vt:lpstr>
      <vt:lpstr>House cat</vt:lpstr>
      <vt:lpstr>Fish moli</vt:lpstr>
      <vt:lpstr>House cat - Fish moli</vt:lpstr>
      <vt:lpstr>Thank you for listening  bye, bye          https://www.facebook.com/thepetcollective/videos/cat-hilariously-jumps-into-fish-tank/841598913699493/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animals</dc:title>
  <dc:creator>Amelia Grofelnik</dc:creator>
  <cp:lastModifiedBy>Amelia Grofelnik</cp:lastModifiedBy>
  <cp:revision>23</cp:revision>
  <dcterms:created xsi:type="dcterms:W3CDTF">2023-03-31T17:25:38Z</dcterms:created>
  <dcterms:modified xsi:type="dcterms:W3CDTF">2023-04-04T15:57:48Z</dcterms:modified>
</cp:coreProperties>
</file>